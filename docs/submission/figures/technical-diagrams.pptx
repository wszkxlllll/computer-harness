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faa4dba2454fd1" /><Relationship Type="http://schemas.openxmlformats.org/officeDocument/2006/relationships/extended-properties" Target="/docProps/app.xml" Id="Rb030295d96404652" /><Relationship Type="http://schemas.openxmlformats.org/officeDocument/2006/relationships/officeDocument" Target="/ppt/presentation.xml" Id="R4372f16ec79f49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ce6148362848fd"/>
  </p:sldMasterIdLst>
  <p:notesMasterIdLst>
    <p:notesMasterId xmlns:r="http://schemas.openxmlformats.org/officeDocument/2006/relationships" r:id="R19b49b2ae19b4e9f"/>
  </p:notesMasterIdLst>
  <p:sldIdLst>
    <p:sldId xmlns:r="http://schemas.openxmlformats.org/officeDocument/2006/relationships" id="256" r:id="R30be6f9296f5409a"/>
    <p:sldId xmlns:r="http://schemas.openxmlformats.org/officeDocument/2006/relationships" id="257" r:id="R01687a25e4db4499"/>
  </p:sldIdLst>
  <p:sldSz cx="8763000" cy="11144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c92400657f4986" /><Relationship Type="http://schemas.openxmlformats.org/officeDocument/2006/relationships/slideMaster" Target="/ppt/slideMasters/slideMaster1.xml" Id="R73ce6148362848fd" /><Relationship Type="http://schemas.openxmlformats.org/officeDocument/2006/relationships/notesMaster" Target="/ppt/notesMasters/notesMaster1.xml" Id="R19b49b2ae19b4e9f" /><Relationship Type="http://schemas.openxmlformats.org/officeDocument/2006/relationships/presProps" Target="/ppt/presProps.xml" Id="R7df1ede603eb4127" /><Relationship Type="http://schemas.openxmlformats.org/officeDocument/2006/relationships/tableStyles" Target="/ppt/tableStyles.xml" Id="R729eee58a1f243b5" /><Relationship Type="http://schemas.openxmlformats.org/officeDocument/2006/relationships/slide" Target="/ppt/slides/slide1.xml" Id="R30be6f9296f5409a" /><Relationship Type="http://schemas.openxmlformats.org/officeDocument/2006/relationships/slide" Target="/ppt/slides/slide2.xml" Id="R01687a25e4db44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dd57027cab4a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589e30058c4f77" /><Relationship Type="http://schemas.openxmlformats.org/officeDocument/2006/relationships/notesMaster" Target="/ppt/notesMasters/notesMaster1.xml" Id="Raf496a1554c745f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34451a63b74430" /><Relationship Type="http://schemas.openxmlformats.org/officeDocument/2006/relationships/notesMaster" Target="/ppt/notesMasters/notesMaster1.xml" Id="R402a83b220734d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f0b55a6ed349f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b04cd249dc40e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77cd10ea94438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1fdcaee01a456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2997bbea4d41e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3bd4d5ce0d48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48EF8C-40E3-4402-8DA4-B49ED1DE2D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6300" y="4210050"/>
            <a:ext cx="701040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4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4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0EFCEDB-3AB2-430B-8B59-CF6E6050F05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14450" y="6129338"/>
            <a:ext cx="6134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5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F5B5CA8-CC49-42CF-B5AA-5A33F49F63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6300" y="4643438"/>
            <a:ext cx="70104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0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51826E-FC19-4112-BA3C-8A0598D38F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2919" y="866775"/>
            <a:ext cx="7777163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AA3D638-64EA-40BC-A913-878B84C9FD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92919" y="3095625"/>
            <a:ext cx="7777163" cy="693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4306" indent="-164306" algn="l">
              <a:lnSpc>
                <a:spcPct val="110000"/>
              </a:lnSpc>
              <a:spcBef>
                <a:spcPts val="0"/>
              </a:spcBef>
              <a:spcAft>
                <a:spcPts val="863"/>
              </a:spcAft>
              <a:buChar char="•"/>
              <a:defRPr sz="16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83381" indent="-164306" algn="l">
              <a:lnSpc>
                <a:spcPct val="110000"/>
              </a:lnSpc>
              <a:spcBef>
                <a:spcPts val="0"/>
              </a:spcBef>
              <a:spcAft>
                <a:spcPts val="863"/>
              </a:spcAft>
              <a:buChar char="•"/>
              <a:defRPr sz="16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02456" indent="-164306" algn="l">
              <a:lnSpc>
                <a:spcPct val="110000"/>
              </a:lnSpc>
              <a:spcBef>
                <a:spcPts val="0"/>
              </a:spcBef>
              <a:spcAft>
                <a:spcPts val="863"/>
              </a:spcAft>
              <a:buChar char="•"/>
              <a:defRPr sz="16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21531" indent="-164306" algn="l">
              <a:lnSpc>
                <a:spcPct val="110000"/>
              </a:lnSpc>
              <a:spcBef>
                <a:spcPts val="0"/>
              </a:spcBef>
              <a:spcAft>
                <a:spcPts val="863"/>
              </a:spcAft>
              <a:buChar char="•"/>
              <a:defRPr sz="16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40606" indent="-164306" algn="l">
              <a:lnSpc>
                <a:spcPct val="110000"/>
              </a:lnSpc>
              <a:spcBef>
                <a:spcPts val="0"/>
              </a:spcBef>
              <a:spcAft>
                <a:spcPts val="863"/>
              </a:spcAft>
              <a:buChar char="•"/>
              <a:defRPr sz="16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259681" indent="-164306" algn="l">
              <a:lnSpc>
                <a:spcPct val="110000"/>
              </a:lnSpc>
              <a:spcBef>
                <a:spcPts val="0"/>
              </a:spcBef>
              <a:spcAft>
                <a:spcPts val="863"/>
              </a:spcAft>
              <a:buChar char="•"/>
              <a:defRPr sz="16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478756" indent="-164306" algn="l">
              <a:lnSpc>
                <a:spcPct val="110000"/>
              </a:lnSpc>
              <a:spcBef>
                <a:spcPts val="0"/>
              </a:spcBef>
              <a:spcAft>
                <a:spcPts val="863"/>
              </a:spcAft>
              <a:buChar char="•"/>
              <a:defRPr sz="16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697831" indent="-164306" algn="l">
              <a:lnSpc>
                <a:spcPct val="110000"/>
              </a:lnSpc>
              <a:spcBef>
                <a:spcPts val="0"/>
              </a:spcBef>
              <a:spcAft>
                <a:spcPts val="863"/>
              </a:spcAft>
              <a:buChar char="•"/>
              <a:defRPr sz="16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916906" indent="-164306" algn="l">
              <a:lnSpc>
                <a:spcPct val="110000"/>
              </a:lnSpc>
              <a:spcBef>
                <a:spcPts val="0"/>
              </a:spcBef>
              <a:spcAft>
                <a:spcPts val="863"/>
              </a:spcAft>
              <a:buChar char="•"/>
              <a:defRPr sz="16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6F90E72-EAEA-4957-98DD-3D08467FBF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2919" y="866775"/>
            <a:ext cx="7777163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C657F43-F358-487E-8217-BE64B670D6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92919" y="3095625"/>
            <a:ext cx="3614738" cy="693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4306" indent="-164306" algn="l">
              <a:lnSpc>
                <a:spcPct val="110000"/>
              </a:lnSpc>
              <a:spcBef>
                <a:spcPts val="0"/>
              </a:spcBef>
              <a:spcAft>
                <a:spcPts val="863"/>
              </a:spcAft>
              <a:buChar char="•"/>
              <a:defRPr sz="15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83381" indent="-164306" algn="l">
              <a:lnSpc>
                <a:spcPct val="110000"/>
              </a:lnSpc>
              <a:spcBef>
                <a:spcPts val="0"/>
              </a:spcBef>
              <a:spcAft>
                <a:spcPts val="863"/>
              </a:spcAft>
              <a:buChar char="•"/>
              <a:defRPr sz="15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02456" indent="-164306" algn="l">
              <a:lnSpc>
                <a:spcPct val="110000"/>
              </a:lnSpc>
              <a:spcBef>
                <a:spcPts val="0"/>
              </a:spcBef>
              <a:spcAft>
                <a:spcPts val="863"/>
              </a:spcAft>
              <a:buChar char="•"/>
              <a:defRPr sz="15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21531" indent="-164306" algn="l">
              <a:lnSpc>
                <a:spcPct val="110000"/>
              </a:lnSpc>
              <a:spcBef>
                <a:spcPts val="0"/>
              </a:spcBef>
              <a:spcAft>
                <a:spcPts val="863"/>
              </a:spcAft>
              <a:buChar char="•"/>
              <a:defRPr sz="15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40606" indent="-164306" algn="l">
              <a:lnSpc>
                <a:spcPct val="110000"/>
              </a:lnSpc>
              <a:spcBef>
                <a:spcPts val="0"/>
              </a:spcBef>
              <a:spcAft>
                <a:spcPts val="863"/>
              </a:spcAft>
              <a:buChar char="•"/>
              <a:defRPr sz="15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259681" indent="-164306" algn="l">
              <a:lnSpc>
                <a:spcPct val="110000"/>
              </a:lnSpc>
              <a:spcBef>
                <a:spcPts val="0"/>
              </a:spcBef>
              <a:spcAft>
                <a:spcPts val="863"/>
              </a:spcAft>
              <a:buChar char="•"/>
              <a:defRPr sz="15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478756" indent="-164306" algn="l">
              <a:lnSpc>
                <a:spcPct val="110000"/>
              </a:lnSpc>
              <a:spcBef>
                <a:spcPts val="0"/>
              </a:spcBef>
              <a:spcAft>
                <a:spcPts val="863"/>
              </a:spcAft>
              <a:buChar char="•"/>
              <a:defRPr sz="15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697831" indent="-164306" algn="l">
              <a:lnSpc>
                <a:spcPct val="110000"/>
              </a:lnSpc>
              <a:spcBef>
                <a:spcPts val="0"/>
              </a:spcBef>
              <a:spcAft>
                <a:spcPts val="863"/>
              </a:spcAft>
              <a:buChar char="•"/>
              <a:defRPr sz="15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916906" indent="-164306" algn="l">
              <a:lnSpc>
                <a:spcPct val="110000"/>
              </a:lnSpc>
              <a:spcBef>
                <a:spcPts val="0"/>
              </a:spcBef>
              <a:spcAft>
                <a:spcPts val="863"/>
              </a:spcAft>
              <a:buChar char="•"/>
              <a:defRPr sz="15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3DC376D-E7D8-473B-8A99-084558957F8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55344" y="3095625"/>
            <a:ext cx="3614738" cy="693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4306" indent="-164306" algn="l">
              <a:lnSpc>
                <a:spcPct val="110000"/>
              </a:lnSpc>
              <a:spcBef>
                <a:spcPts val="0"/>
              </a:spcBef>
              <a:spcAft>
                <a:spcPts val="863"/>
              </a:spcAft>
              <a:buChar char="•"/>
              <a:defRPr sz="15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83381" indent="-164306" algn="l">
              <a:lnSpc>
                <a:spcPct val="110000"/>
              </a:lnSpc>
              <a:spcBef>
                <a:spcPts val="0"/>
              </a:spcBef>
              <a:spcAft>
                <a:spcPts val="863"/>
              </a:spcAft>
              <a:buChar char="•"/>
              <a:defRPr sz="15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02456" indent="-164306" algn="l">
              <a:lnSpc>
                <a:spcPct val="110000"/>
              </a:lnSpc>
              <a:spcBef>
                <a:spcPts val="0"/>
              </a:spcBef>
              <a:spcAft>
                <a:spcPts val="863"/>
              </a:spcAft>
              <a:buChar char="•"/>
              <a:defRPr sz="15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21531" indent="-164306" algn="l">
              <a:lnSpc>
                <a:spcPct val="110000"/>
              </a:lnSpc>
              <a:spcBef>
                <a:spcPts val="0"/>
              </a:spcBef>
              <a:spcAft>
                <a:spcPts val="863"/>
              </a:spcAft>
              <a:buChar char="•"/>
              <a:defRPr sz="15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40606" indent="-164306" algn="l">
              <a:lnSpc>
                <a:spcPct val="110000"/>
              </a:lnSpc>
              <a:spcBef>
                <a:spcPts val="0"/>
              </a:spcBef>
              <a:spcAft>
                <a:spcPts val="863"/>
              </a:spcAft>
              <a:buChar char="•"/>
              <a:defRPr sz="15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259681" indent="-164306" algn="l">
              <a:lnSpc>
                <a:spcPct val="110000"/>
              </a:lnSpc>
              <a:spcBef>
                <a:spcPts val="0"/>
              </a:spcBef>
              <a:spcAft>
                <a:spcPts val="863"/>
              </a:spcAft>
              <a:buChar char="•"/>
              <a:defRPr sz="15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478756" indent="-164306" algn="l">
              <a:lnSpc>
                <a:spcPct val="110000"/>
              </a:lnSpc>
              <a:spcBef>
                <a:spcPts val="0"/>
              </a:spcBef>
              <a:spcAft>
                <a:spcPts val="863"/>
              </a:spcAft>
              <a:buChar char="•"/>
              <a:defRPr sz="15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697831" indent="-164306" algn="l">
              <a:lnSpc>
                <a:spcPct val="110000"/>
              </a:lnSpc>
              <a:spcBef>
                <a:spcPts val="0"/>
              </a:spcBef>
              <a:spcAft>
                <a:spcPts val="863"/>
              </a:spcAft>
              <a:buChar char="•"/>
              <a:defRPr sz="15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916906" indent="-164306" algn="l">
              <a:lnSpc>
                <a:spcPct val="110000"/>
              </a:lnSpc>
              <a:spcBef>
                <a:spcPts val="0"/>
              </a:spcBef>
              <a:spcAft>
                <a:spcPts val="863"/>
              </a:spcAft>
              <a:buChar char="•"/>
              <a:defRPr sz="15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560D1F-BBB2-4A06-85FF-35C6CFD53C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2919" y="866775"/>
            <a:ext cx="7777163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3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7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131224-DBDC-40BC-BA4C-8370F7D08B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92919" y="3095625"/>
            <a:ext cx="3614738" cy="693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64306" indent="-164306" algn="l">
              <a:lnSpc>
                <a:spcPct val="110000"/>
              </a:lnSpc>
              <a:spcBef>
                <a:spcPts val="0"/>
              </a:spcBef>
              <a:spcAft>
                <a:spcPts val="863"/>
              </a:spcAft>
              <a:buChar char="•"/>
              <a:defRPr sz="16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83381" indent="-164306" algn="l">
              <a:lnSpc>
                <a:spcPct val="110000"/>
              </a:lnSpc>
              <a:spcBef>
                <a:spcPts val="0"/>
              </a:spcBef>
              <a:spcAft>
                <a:spcPts val="863"/>
              </a:spcAft>
              <a:buChar char="•"/>
              <a:defRPr sz="16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602456" indent="-164306" algn="l">
              <a:lnSpc>
                <a:spcPct val="110000"/>
              </a:lnSpc>
              <a:spcBef>
                <a:spcPts val="0"/>
              </a:spcBef>
              <a:spcAft>
                <a:spcPts val="863"/>
              </a:spcAft>
              <a:buChar char="•"/>
              <a:defRPr sz="16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821531" indent="-164306" algn="l">
              <a:lnSpc>
                <a:spcPct val="110000"/>
              </a:lnSpc>
              <a:spcBef>
                <a:spcPts val="0"/>
              </a:spcBef>
              <a:spcAft>
                <a:spcPts val="863"/>
              </a:spcAft>
              <a:buChar char="•"/>
              <a:defRPr sz="16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040606" indent="-164306" algn="l">
              <a:lnSpc>
                <a:spcPct val="110000"/>
              </a:lnSpc>
              <a:spcBef>
                <a:spcPts val="0"/>
              </a:spcBef>
              <a:spcAft>
                <a:spcPts val="863"/>
              </a:spcAft>
              <a:buChar char="•"/>
              <a:defRPr sz="16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259681" indent="-164306" algn="l">
              <a:lnSpc>
                <a:spcPct val="110000"/>
              </a:lnSpc>
              <a:spcBef>
                <a:spcPts val="0"/>
              </a:spcBef>
              <a:spcAft>
                <a:spcPts val="863"/>
              </a:spcAft>
              <a:buChar char="•"/>
              <a:defRPr sz="16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478756" indent="-164306" algn="l">
              <a:lnSpc>
                <a:spcPct val="110000"/>
              </a:lnSpc>
              <a:spcBef>
                <a:spcPts val="0"/>
              </a:spcBef>
              <a:spcAft>
                <a:spcPts val="863"/>
              </a:spcAft>
              <a:buChar char="•"/>
              <a:defRPr sz="16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697831" indent="-164306" algn="l">
              <a:lnSpc>
                <a:spcPct val="110000"/>
              </a:lnSpc>
              <a:spcBef>
                <a:spcPts val="0"/>
              </a:spcBef>
              <a:spcAft>
                <a:spcPts val="863"/>
              </a:spcAft>
              <a:buChar char="•"/>
              <a:defRPr sz="16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916906" indent="-164306" algn="l">
              <a:lnSpc>
                <a:spcPct val="110000"/>
              </a:lnSpc>
              <a:spcBef>
                <a:spcPts val="0"/>
              </a:spcBef>
              <a:spcAft>
                <a:spcPts val="863"/>
              </a:spcAft>
              <a:buChar char="•"/>
              <a:defRPr sz="161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7087d4d0104cb6" /><Relationship Type="http://schemas.openxmlformats.org/officeDocument/2006/relationships/slideLayout" Target="/ppt/slideLayouts/slideLayout1.xml" Id="R1a28746d3824492e" /><Relationship Type="http://schemas.openxmlformats.org/officeDocument/2006/relationships/slideLayout" Target="/ppt/slideLayouts/slideLayout2.xml" Id="R7b63765929544999" /><Relationship Type="http://schemas.openxmlformats.org/officeDocument/2006/relationships/slideLayout" Target="/ppt/slideLayouts/slideLayout3.xml" Id="Rc938fd7a948d4074" /><Relationship Type="http://schemas.openxmlformats.org/officeDocument/2006/relationships/slideLayout" Target="/ppt/slideLayouts/slideLayout4.xml" Id="Re44d1ddc9f224d94" /><Relationship Type="http://schemas.openxmlformats.org/officeDocument/2006/relationships/slideLayout" Target="/ppt/slideLayouts/slideLayout5.xml" Id="R9671bf498a67469c" /><Relationship Type="http://schemas.openxmlformats.org/officeDocument/2006/relationships/slideLayout" Target="/ppt/slideLayouts/slideLayout6.xml" Id="Rc218cb7d8b0e49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28746d3824492e"/>
    <p:sldLayoutId xmlns:r="http://schemas.openxmlformats.org/officeDocument/2006/relationships" id="2147483650" r:id="R7b63765929544999"/>
    <p:sldLayoutId xmlns:r="http://schemas.openxmlformats.org/officeDocument/2006/relationships" id="2147483651" r:id="Rc938fd7a948d4074"/>
    <p:sldLayoutId xmlns:r="http://schemas.openxmlformats.org/officeDocument/2006/relationships" id="2147483652" r:id="Re44d1ddc9f224d94"/>
    <p:sldLayoutId xmlns:r="http://schemas.openxmlformats.org/officeDocument/2006/relationships" id="2147483653" r:id="R9671bf498a67469c"/>
    <p:sldLayoutId xmlns:r="http://schemas.openxmlformats.org/officeDocument/2006/relationships" id="2147483654" r:id="Rc218cb7d8b0e49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9bf8d51ff7410c" /><Relationship Type="http://schemas.openxmlformats.org/officeDocument/2006/relationships/notesSlide" Target="/ppt/notesSlides/notesSlide1.xml" Id="Ra510251f81d042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c962244f144143" /><Relationship Type="http://schemas.openxmlformats.org/officeDocument/2006/relationships/notesSlide" Target="/ppt/notesSlides/notesSlide2.xml" Id="Rb59b966b0b8e40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phone">
            <a:extLst xmlns:a="http://schemas.openxmlformats.org/drawingml/2006/main">
              <a:ext uri="{FF2B5EF4-FFF2-40B4-BE49-F238E27FC236}">
                <a16:creationId xmlns:a16="http://schemas.microsoft.com/office/drawing/2014/main" id="{F640A2EC-DBDA-4B7D-B6E5-CAE2E158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5300"/>
            <a:ext cx="3714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2" name="手机交互端（Web）">
            <a:extLst xmlns:a="http://schemas.openxmlformats.org/drawingml/2006/main">
              <a:ext uri="{FF2B5EF4-FFF2-40B4-BE49-F238E27FC236}">
                <a16:creationId xmlns:a16="http://schemas.microsoft.com/office/drawing/2014/main" id="{DA64E09D-BA76-4EE3-9540-445F226E8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2387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手机交互端（Web）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任务输入、状态查看与用户控制</a:t>
            </a:r>
          </a:p>
        </p:txBody>
      </p:sp>
      <p:sp>
        <p:nvSpPr>
          <p:cNvPr id="3" name="relay">
            <a:extLst xmlns:a="http://schemas.openxmlformats.org/drawingml/2006/main">
              <a:ext uri="{FF2B5EF4-FFF2-40B4-BE49-F238E27FC236}">
                <a16:creationId xmlns:a16="http://schemas.microsoft.com/office/drawing/2014/main" id="{16FEC6F6-D3A4-4E8E-9BF5-C8D60AD4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90700"/>
            <a:ext cx="3714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4" name="通信中继（Relay）">
            <a:extLst xmlns:a="http://schemas.openxmlformats.org/drawingml/2006/main">
              <a:ext uri="{FF2B5EF4-FFF2-40B4-BE49-F238E27FC236}">
                <a16:creationId xmlns:a16="http://schemas.microsoft.com/office/drawing/2014/main" id="{BC89D723-3067-43C9-8398-55CAB3A4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819275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950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通信中继（Relay）</a:t>
            </a:r>
          </a:p>
        </p:txBody>
      </p: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E9C8CA-3D4F-44C9-9570-6A0F6600156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714625" y="1219200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med" len="med"/>
          </a:ln>
        </p:spPr>
      </p:cxnSp>
      <p:sp>
        <p:nvSpPr>
          <p:cNvPr id="6" name="任务与控制">
            <a:extLst xmlns:a="http://schemas.openxmlformats.org/drawingml/2006/main">
              <a:ext uri="{FF2B5EF4-FFF2-40B4-BE49-F238E27FC236}">
                <a16:creationId xmlns:a16="http://schemas.microsoft.com/office/drawing/2014/main" id="{85ABBEFF-F080-4314-B4CF-D18403FF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52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任务与控制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82BF51-D2E1-42AE-867D-B85064E47920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762375" y="1219200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med" len="med"/>
          </a:ln>
        </p:spPr>
      </p:cxnSp>
      <p:sp>
        <p:nvSpPr>
          <p:cNvPr id="8" name="状态与画面">
            <a:extLst xmlns:a="http://schemas.openxmlformats.org/drawingml/2006/main">
              <a:ext uri="{FF2B5EF4-FFF2-40B4-BE49-F238E27FC236}">
                <a16:creationId xmlns:a16="http://schemas.microsoft.com/office/drawing/2014/main" id="{45E1374F-0F31-42DA-AEEA-6A930155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352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状态与画面</a:t>
            </a:r>
          </a:p>
        </p:txBody>
      </p:sp>
      <p:sp>
        <p:nvSpPr>
          <p:cNvPr id="9" name="host">
            <a:extLst xmlns:a="http://schemas.openxmlformats.org/drawingml/2006/main">
              <a:ext uri="{FF2B5EF4-FFF2-40B4-BE49-F238E27FC236}">
                <a16:creationId xmlns:a16="http://schemas.microsoft.com/office/drawing/2014/main" id="{8E9EC0A3-A81B-4A2F-9A3A-123F311F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019425"/>
            <a:ext cx="5619750" cy="752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0000"/>
            </a:solidFill>
            <a:prstDash val="dash"/>
          </a:ln>
        </p:spPr>
      </p:sp>
      <p:sp>
        <p:nvSpPr>
          <p:cNvPr id="10" name="电脑执行端（Host）">
            <a:extLst xmlns:a="http://schemas.openxmlformats.org/drawingml/2006/main">
              <a:ext uri="{FF2B5EF4-FFF2-40B4-BE49-F238E27FC236}">
                <a16:creationId xmlns:a16="http://schemas.microsoft.com/office/drawing/2014/main" id="{984702F9-F002-4DFC-9B29-DC5BA8F4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7182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2175" b="1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2175" b="1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2175" b="1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2175" b="1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2175" b="1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2175" b="1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2175" b="1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2175" b="1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2175" b="1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2175" b="1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2175" b="1">
                <a:solidFill>
                  <a:srgbClr val="000000"/>
                </a:solidFill>
                <a:latin typeface="SimSun"/>
                <a:ea typeface="SimSun"/>
                <a:cs typeface="SimSun"/>
              </a:rPr>
              <a:t>电脑执行端（Host）</a:t>
            </a:r>
          </a:p>
        </p:txBody>
      </p:sp>
      <p:sp>
        <p:nvSpPr>
          <p:cNvPr id="11" name="本机模型配置与桌面会话装配">
            <a:extLst xmlns:a="http://schemas.openxmlformats.org/drawingml/2006/main">
              <a:ext uri="{FF2B5EF4-FFF2-40B4-BE49-F238E27FC236}">
                <a16:creationId xmlns:a16="http://schemas.microsoft.com/office/drawing/2014/main" id="{FB69C244-645B-40EC-B463-277DA0B3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52825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6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6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6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6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6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6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6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6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6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6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本机模型配置与桌面会话装配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1AC8B3-D635-44B5-8CF3-BA41B18EACD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714625" y="2419350"/>
            <a:ext cx="0" cy="6000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med" len="med"/>
          </a:ln>
        </p:spPr>
      </p:cxnSp>
      <p:sp>
        <p:nvSpPr>
          <p:cNvPr id="13" name="任务与控制">
            <a:extLst xmlns:a="http://schemas.openxmlformats.org/drawingml/2006/main">
              <a:ext uri="{FF2B5EF4-FFF2-40B4-BE49-F238E27FC236}">
                <a16:creationId xmlns:a16="http://schemas.microsoft.com/office/drawing/2014/main" id="{FC6BB7E5-5376-4835-B174-F000A378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任务与控制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421683-24FB-4491-AE70-E57873A361FD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762375" y="2419350"/>
            <a:ext cx="0" cy="6000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med" len="med"/>
          </a:ln>
        </p:spPr>
      </p:cxnSp>
      <p:sp>
        <p:nvSpPr>
          <p:cNvPr id="15" name="运行状态">
            <a:extLst xmlns:a="http://schemas.openxmlformats.org/drawingml/2006/main">
              <a:ext uri="{FF2B5EF4-FFF2-40B4-BE49-F238E27FC236}">
                <a16:creationId xmlns:a16="http://schemas.microsoft.com/office/drawing/2014/main" id="{7A96D0E2-B33E-49F3-B28F-D3A2EB01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71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运行状态</a:t>
            </a:r>
          </a:p>
        </p:txBody>
      </p:sp>
      <p:sp>
        <p:nvSpPr>
          <p:cNvPr id="16" name="harness">
            <a:extLst xmlns:a="http://schemas.openxmlformats.org/drawingml/2006/main">
              <a:ext uri="{FF2B5EF4-FFF2-40B4-BE49-F238E27FC236}">
                <a16:creationId xmlns:a16="http://schemas.microsoft.com/office/drawing/2014/main" id="{3B91526F-9742-476F-B2B7-4BB026F5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5143500" cy="3705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17" name="自主任务运行时（Computer Harness）">
            <a:extLst xmlns:a="http://schemas.openxmlformats.org/drawingml/2006/main">
              <a:ext uri="{FF2B5EF4-FFF2-40B4-BE49-F238E27FC236}">
                <a16:creationId xmlns:a16="http://schemas.microsoft.com/office/drawing/2014/main" id="{F90C9F69-C677-402D-A1CD-7D96089F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24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875" b="1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875" b="1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875" b="1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875" b="1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875" b="1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875" b="1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875" b="1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875" b="1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875" b="1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75" b="1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000000"/>
                </a:solidFill>
                <a:latin typeface="SimSun"/>
                <a:ea typeface="SimSun"/>
                <a:cs typeface="SimSun"/>
              </a:rPr>
              <a:t>自主任务运行时（Computer Harness）</a:t>
            </a:r>
          </a:p>
        </p:txBody>
      </p:sp>
      <p:sp>
        <p:nvSpPr>
          <p:cNvPr id="18" name="surface">
            <a:extLst xmlns:a="http://schemas.openxmlformats.org/drawingml/2006/main">
              <a:ext uri="{FF2B5EF4-FFF2-40B4-BE49-F238E27FC236}">
                <a16:creationId xmlns:a16="http://schemas.microsoft.com/office/drawing/2014/main" id="{6CDBBEC0-8073-44E9-9406-EBBED565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19" name="操作对象管理">
            <a:extLst xmlns:a="http://schemas.openxmlformats.org/drawingml/2006/main">
              <a:ext uri="{FF2B5EF4-FFF2-40B4-BE49-F238E27FC236}">
                <a16:creationId xmlns:a16="http://schemas.microsoft.com/office/drawing/2014/main" id="{EC270F09-B687-44C5-8EF3-C81ADCFF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1285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操作对象管理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Surface</a:t>
            </a:r>
          </a:p>
        </p:txBody>
      </p:sp>
      <p:sp>
        <p:nvSpPr>
          <p:cNvPr id="20" name="monitor">
            <a:extLst xmlns:a="http://schemas.openxmlformats.org/drawingml/2006/main">
              <a:ext uri="{FF2B5EF4-FFF2-40B4-BE49-F238E27FC236}">
                <a16:creationId xmlns:a16="http://schemas.microsoft.com/office/drawing/2014/main" id="{E238FEBA-89C0-4AB1-8075-F19FD18A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657725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21" name="进展监测">
            <a:extLst xmlns:a="http://schemas.openxmlformats.org/drawingml/2006/main">
              <a:ext uri="{FF2B5EF4-FFF2-40B4-BE49-F238E27FC236}">
                <a16:creationId xmlns:a16="http://schemas.microsoft.com/office/drawing/2014/main" id="{A11E0E79-29BE-4740-93CA-1CB33577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686300"/>
            <a:ext cx="1285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进展监测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Monitor</a:t>
            </a:r>
          </a:p>
        </p:txBody>
      </p:sp>
      <p:sp>
        <p:nvSpPr>
          <p:cNvPr id="22" name="guard">
            <a:extLst xmlns:a="http://schemas.openxmlformats.org/drawingml/2006/main">
              <a:ext uri="{FF2B5EF4-FFF2-40B4-BE49-F238E27FC236}">
                <a16:creationId xmlns:a16="http://schemas.microsoft.com/office/drawing/2014/main" id="{13AD7D41-8673-4D65-B1F0-F8D416495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657725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23" name="风险控制">
            <a:extLst xmlns:a="http://schemas.openxmlformats.org/drawingml/2006/main">
              <a:ext uri="{FF2B5EF4-FFF2-40B4-BE49-F238E27FC236}">
                <a16:creationId xmlns:a16="http://schemas.microsoft.com/office/drawing/2014/main" id="{9A7BE73C-5E56-46A0-8772-86C31219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686300"/>
            <a:ext cx="1285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风险控制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Guard</a:t>
            </a:r>
          </a:p>
        </p:txBody>
      </p:sp>
      <p:sp>
        <p:nvSpPr>
          <p:cNvPr id="24" name="context">
            <a:extLst xmlns:a="http://schemas.openxmlformats.org/drawingml/2006/main">
              <a:ext uri="{FF2B5EF4-FFF2-40B4-BE49-F238E27FC236}">
                <a16:creationId xmlns:a16="http://schemas.microsoft.com/office/drawing/2014/main" id="{D31235BD-9A73-4A01-BE69-6935691B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14975"/>
            <a:ext cx="4286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25" name="任务上下文组织">
            <a:extLst xmlns:a="http://schemas.openxmlformats.org/drawingml/2006/main">
              <a:ext uri="{FF2B5EF4-FFF2-40B4-BE49-F238E27FC236}">
                <a16:creationId xmlns:a16="http://schemas.microsoft.com/office/drawing/2014/main" id="{FEFF96D4-B035-4485-9CD1-626AD16F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5435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950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任务上下文组织</a:t>
            </a:r>
          </a:p>
        </p:txBody>
      </p:sp>
      <p:sp>
        <p:nvSpPr>
          <p:cNvPr id="26" name="execution">
            <a:extLst xmlns:a="http://schemas.openxmlformats.org/drawingml/2006/main">
              <a:ext uri="{FF2B5EF4-FFF2-40B4-BE49-F238E27FC236}">
                <a16:creationId xmlns:a16="http://schemas.microsoft.com/office/drawing/2014/main" id="{5B37BEFF-5FFD-4F96-A709-FB59492A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934200"/>
            <a:ext cx="4286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27" name="执行检查、操作协调与结果核验">
            <a:extLst xmlns:a="http://schemas.openxmlformats.org/drawingml/2006/main">
              <a:ext uri="{FF2B5EF4-FFF2-40B4-BE49-F238E27FC236}">
                <a16:creationId xmlns:a16="http://schemas.microsoft.com/office/drawing/2014/main" id="{FE375AF3-2BC8-4E11-8800-EE1D6824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696277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执行检查、操作协调与结果核验</a:t>
            </a:r>
          </a:p>
        </p:txBody>
      </p: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500D80-99B8-409D-8AE9-09663CEE9C7C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238500" y="6143625"/>
            <a:ext cx="0" cy="7905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med" len="med"/>
          </a:ln>
        </p:spPr>
      </p:cxnSp>
      <p:sp>
        <p:nvSpPr>
          <p:cNvPr id="29" name="回执、观察与状态">
            <a:extLst xmlns:a="http://schemas.openxmlformats.org/drawingml/2006/main">
              <a:ext uri="{FF2B5EF4-FFF2-40B4-BE49-F238E27FC236}">
                <a16:creationId xmlns:a16="http://schemas.microsoft.com/office/drawing/2014/main" id="{0C5FC133-2501-41B9-B80B-6FCBAEF0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410325"/>
            <a:ext cx="1762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回执、观察与状态</a:t>
            </a:r>
          </a:p>
        </p:txBody>
      </p:sp>
      <p:sp>
        <p:nvSpPr>
          <p:cNvPr id="30" name="model">
            <a:extLst xmlns:a="http://schemas.openxmlformats.org/drawingml/2006/main">
              <a:ext uri="{FF2B5EF4-FFF2-40B4-BE49-F238E27FC236}">
                <a16:creationId xmlns:a16="http://schemas.microsoft.com/office/drawing/2014/main" id="{87B01CCA-E506-4363-ACA9-53F57F3C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14975"/>
            <a:ext cx="1762125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31" name="多模态模型">
            <a:extLst xmlns:a="http://schemas.openxmlformats.org/drawingml/2006/main">
              <a:ext uri="{FF2B5EF4-FFF2-40B4-BE49-F238E27FC236}">
                <a16:creationId xmlns:a16="http://schemas.microsoft.com/office/drawing/2014/main" id="{752C0F4C-E4EF-4FAD-8903-1B74889C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43550"/>
            <a:ext cx="1571625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多模态模型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（API）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界面理解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与动作决策</a:t>
            </a:r>
          </a:p>
        </p:txBody>
      </p: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85CFAB-5DAA-4213-8927-AA7D3241077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381625" y="5829300"/>
            <a:ext cx="12858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med" len="me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A2555B-891D-4E01-A8C3-5826492DE4A5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5381625" y="7248525"/>
            <a:ext cx="12858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med" len="med"/>
          </a:ln>
        </p:spPr>
      </p:cxnSp>
      <p:sp>
        <p:nvSpPr>
          <p:cNvPr id="34" name="cua">
            <a:extLst xmlns:a="http://schemas.openxmlformats.org/drawingml/2006/main">
              <a:ext uri="{FF2B5EF4-FFF2-40B4-BE49-F238E27FC236}">
                <a16:creationId xmlns:a16="http://schemas.microsoft.com/office/drawing/2014/main" id="{28820796-B360-422A-9EE7-AC768507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343900"/>
            <a:ext cx="4286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35" name="桌面能力适配（CUA）">
            <a:extLst xmlns:a="http://schemas.openxmlformats.org/drawingml/2006/main">
              <a:ext uri="{FF2B5EF4-FFF2-40B4-BE49-F238E27FC236}">
                <a16:creationId xmlns:a16="http://schemas.microsoft.com/office/drawing/2014/main" id="{9384EC6A-9E33-48E3-BD44-FB2EE88E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8372475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桌面能力适配（CUA）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界面观察、输入控制与窗口操作</a:t>
            </a:r>
          </a:p>
        </p:txBody>
      </p: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D17D4E-0506-4460-8737-0459DEBB873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571750" y="7562850"/>
            <a:ext cx="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med" len="med"/>
          </a:ln>
        </p:spPr>
      </p:cxnSp>
      <p:sp>
        <p:nvSpPr>
          <p:cNvPr id="37" name="动作调用">
            <a:extLst xmlns:a="http://schemas.openxmlformats.org/drawingml/2006/main">
              <a:ext uri="{FF2B5EF4-FFF2-40B4-BE49-F238E27FC236}">
                <a16:creationId xmlns:a16="http://schemas.microsoft.com/office/drawing/2014/main" id="{04F0C3E3-01B6-45AC-BCA0-3BC8E1D0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9152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动作调用</a:t>
            </a:r>
          </a:p>
        </p:txBody>
      </p: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7AB982-8A6E-448A-85EE-0374E726FFE9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905250" y="7562850"/>
            <a:ext cx="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med" len="med"/>
          </a:ln>
        </p:spPr>
      </p:cxnSp>
      <p:sp>
        <p:nvSpPr>
          <p:cNvPr id="39" name="回执与观察">
            <a:extLst xmlns:a="http://schemas.openxmlformats.org/drawingml/2006/main">
              <a:ext uri="{FF2B5EF4-FFF2-40B4-BE49-F238E27FC236}">
                <a16:creationId xmlns:a16="http://schemas.microsoft.com/office/drawing/2014/main" id="{DCB3A8B2-467D-4710-8FDD-A97545A9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791527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回执与观察</a:t>
            </a:r>
          </a:p>
        </p:txBody>
      </p:sp>
      <p:sp>
        <p:nvSpPr>
          <p:cNvPr id="40" name="apps">
            <a:extLst xmlns:a="http://schemas.openxmlformats.org/drawingml/2006/main">
              <a:ext uri="{FF2B5EF4-FFF2-40B4-BE49-F238E27FC236}">
                <a16:creationId xmlns:a16="http://schemas.microsoft.com/office/drawing/2014/main" id="{C8114529-187F-4304-A044-8AC6BC99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9705975"/>
            <a:ext cx="428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41" name="浏览器与桌面应用">
            <a:extLst xmlns:a="http://schemas.openxmlformats.org/drawingml/2006/main">
              <a:ext uri="{FF2B5EF4-FFF2-40B4-BE49-F238E27FC236}">
                <a16:creationId xmlns:a16="http://schemas.microsoft.com/office/drawing/2014/main" id="{DDADD17F-A302-46D5-9FC3-DD196C1C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97345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950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浏览器与桌面应用</a:t>
            </a:r>
          </a:p>
        </p:txBody>
      </p:sp>
      <p:cxnSp>
        <p:nvCxn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10C183-3D6B-4449-8408-0D5F7579984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571750" y="90868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med" len="med"/>
          </a:ln>
        </p:spPr>
      </p:cxnSp>
      <p:sp>
        <p:nvSpPr>
          <p:cNvPr id="43" name="输入与切换">
            <a:extLst xmlns:a="http://schemas.openxmlformats.org/drawingml/2006/main">
              <a:ext uri="{FF2B5EF4-FFF2-40B4-BE49-F238E27FC236}">
                <a16:creationId xmlns:a16="http://schemas.microsoft.com/office/drawing/2014/main" id="{37119094-548C-4164-AA97-277F878F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9248775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输入与切换</a:t>
            </a:r>
          </a:p>
        </p:txBody>
      </p: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0D06157-E407-4E05-B4CE-88419E0F3548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905250" y="90868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med" len="med"/>
          </a:ln>
        </p:spPr>
      </p:cxnSp>
      <p:sp>
        <p:nvSpPr>
          <p:cNvPr id="45" name="界面状态">
            <a:extLst xmlns:a="http://schemas.openxmlformats.org/drawingml/2006/main">
              <a:ext uri="{FF2B5EF4-FFF2-40B4-BE49-F238E27FC236}">
                <a16:creationId xmlns:a16="http://schemas.microsoft.com/office/drawing/2014/main" id="{74BA6CD3-AF0F-469A-99A5-43ACB203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92487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界面状态</a:t>
            </a:r>
          </a:p>
        </p:txBody>
      </p:sp>
    </p:spTree>
    <p:extLst>
      <p:ext uri="{BB962C8B-B14F-4D97-AF65-F5344CB8AC3E}">
        <p14:creationId xmlns:p14="http://schemas.microsoft.com/office/powerpoint/2010/main" val="12580383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start">
            <a:extLst xmlns:a="http://schemas.openxmlformats.org/drawingml/2006/main">
              <a:ext uri="{FF2B5EF4-FFF2-40B4-BE49-F238E27FC236}">
                <a16:creationId xmlns:a16="http://schemas.microsoft.com/office/drawing/2014/main" id="{C89F2DE0-F2CB-488D-AA45-43DDA20B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9550"/>
            <a:ext cx="32385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2" name="接收用户任务">
            <a:extLst xmlns:a="http://schemas.openxmlformats.org/drawingml/2006/main">
              <a:ext uri="{FF2B5EF4-FFF2-40B4-BE49-F238E27FC236}">
                <a16:creationId xmlns:a16="http://schemas.microsoft.com/office/drawing/2014/main" id="{9B3007F5-0348-4948-B9C9-6CC59839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812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接收用户任务</a:t>
            </a:r>
          </a:p>
        </p:txBody>
      </p:sp>
      <p:sp>
        <p:nvSpPr>
          <p:cNvPr id="3" name="context">
            <a:extLst xmlns:a="http://schemas.openxmlformats.org/drawingml/2006/main">
              <a:ext uri="{FF2B5EF4-FFF2-40B4-BE49-F238E27FC236}">
                <a16:creationId xmlns:a16="http://schemas.microsoft.com/office/drawing/2014/main" id="{2F81B0B4-3D3C-4CE4-8C52-903F111C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00150"/>
            <a:ext cx="323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4" name="观察界面并组织上下文">
            <a:extLst xmlns:a="http://schemas.openxmlformats.org/drawingml/2006/main">
              <a:ext uri="{FF2B5EF4-FFF2-40B4-BE49-F238E27FC236}">
                <a16:creationId xmlns:a16="http://schemas.microsoft.com/office/drawing/2014/main" id="{B5AF485F-CF01-41BE-A9CA-53C986A7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22872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观察界面并组织上下文</a:t>
            </a:r>
          </a:p>
        </p:txBody>
      </p:sp>
      <p:sp>
        <p:nvSpPr>
          <p:cNvPr id="5" name="model">
            <a:extLst xmlns:a="http://schemas.openxmlformats.org/drawingml/2006/main">
              <a:ext uri="{FF2B5EF4-FFF2-40B4-BE49-F238E27FC236}">
                <a16:creationId xmlns:a16="http://schemas.microsoft.com/office/drawing/2014/main" id="{DCB610C6-8E18-4E0A-8A14-E1B73D97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05050"/>
            <a:ext cx="323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6" name="生成下一步操作">
            <a:extLst xmlns:a="http://schemas.openxmlformats.org/drawingml/2006/main">
              <a:ext uri="{FF2B5EF4-FFF2-40B4-BE49-F238E27FC236}">
                <a16:creationId xmlns:a16="http://schemas.microsoft.com/office/drawing/2014/main" id="{04C7D488-99DB-4278-BAE1-3568154D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生成下一步操作</a:t>
            </a:r>
          </a:p>
        </p:txBody>
      </p:sp>
      <p:sp>
        <p:nvSpPr>
          <p:cNvPr id="7" name="check">
            <a:extLst xmlns:a="http://schemas.openxmlformats.org/drawingml/2006/main">
              <a:ext uri="{FF2B5EF4-FFF2-40B4-BE49-F238E27FC236}">
                <a16:creationId xmlns:a16="http://schemas.microsoft.com/office/drawing/2014/main" id="{5F2BCF1A-7550-4232-A638-1A70B9ED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86150"/>
            <a:ext cx="3238500" cy="11049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8" name="检查执行条件">
            <a:extLst xmlns:a="http://schemas.openxmlformats.org/drawingml/2006/main">
              <a:ext uri="{FF2B5EF4-FFF2-40B4-BE49-F238E27FC236}">
                <a16:creationId xmlns:a16="http://schemas.microsoft.com/office/drawing/2014/main" id="{3EED9421-B8AE-453B-98FA-B0A286A7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14725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检查执行条件</a:t>
            </a:r>
          </a:p>
        </p:txBody>
      </p:sp>
      <p:sp>
        <p:nvSpPr>
          <p:cNvPr id="9" name="execute">
            <a:extLst xmlns:a="http://schemas.openxmlformats.org/drawingml/2006/main">
              <a:ext uri="{FF2B5EF4-FFF2-40B4-BE49-F238E27FC236}">
                <a16:creationId xmlns:a16="http://schemas.microsoft.com/office/drawing/2014/main" id="{0196F9A7-3051-4432-B176-30023F68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14925"/>
            <a:ext cx="323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10" name="执行桌面操作">
            <a:extLst xmlns:a="http://schemas.openxmlformats.org/drawingml/2006/main">
              <a:ext uri="{FF2B5EF4-FFF2-40B4-BE49-F238E27FC236}">
                <a16:creationId xmlns:a16="http://schemas.microsoft.com/office/drawing/2014/main" id="{7A5E7F2F-1874-4BD5-9334-C5285C9C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1435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950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执行桌面操作</a:t>
            </a:r>
          </a:p>
        </p:txBody>
      </p:sp>
      <p:sp>
        <p:nvSpPr>
          <p:cNvPr id="11" name="receipt">
            <a:extLst xmlns:a="http://schemas.openxmlformats.org/drawingml/2006/main">
              <a:ext uri="{FF2B5EF4-FFF2-40B4-BE49-F238E27FC236}">
                <a16:creationId xmlns:a16="http://schemas.microsoft.com/office/drawing/2014/main" id="{DF837021-9020-4891-83FB-450BED30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496050"/>
            <a:ext cx="323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12" name="记录动作回执">
            <a:extLst xmlns:a="http://schemas.openxmlformats.org/drawingml/2006/main">
              <a:ext uri="{FF2B5EF4-FFF2-40B4-BE49-F238E27FC236}">
                <a16:creationId xmlns:a16="http://schemas.microsoft.com/office/drawing/2014/main" id="{C1E5405D-6DD5-442A-BC10-6CED7927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52462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95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950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记录动作回执</a:t>
            </a:r>
          </a:p>
        </p:txBody>
      </p:sp>
      <p:sp>
        <p:nvSpPr>
          <p:cNvPr id="13" name="verify">
            <a:extLst xmlns:a="http://schemas.openxmlformats.org/drawingml/2006/main">
              <a:ext uri="{FF2B5EF4-FFF2-40B4-BE49-F238E27FC236}">
                <a16:creationId xmlns:a16="http://schemas.microsoft.com/office/drawing/2014/main" id="{7449FFE2-F2C7-46B3-B8BA-8CF24F7B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600950"/>
            <a:ext cx="3238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14" name="重新观察并核对结果">
            <a:extLst xmlns:a="http://schemas.openxmlformats.org/drawingml/2006/main">
              <a:ext uri="{FF2B5EF4-FFF2-40B4-BE49-F238E27FC236}">
                <a16:creationId xmlns:a16="http://schemas.microsoft.com/office/drawing/2014/main" id="{3E8D2EFF-91B3-4AF1-B044-101C2599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762952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重新观察并核对结果</a:t>
            </a:r>
          </a:p>
        </p:txBody>
      </p:sp>
      <p:sp>
        <p:nvSpPr>
          <p:cNvPr id="15" name="complete">
            <a:extLst xmlns:a="http://schemas.openxmlformats.org/drawingml/2006/main">
              <a:ext uri="{FF2B5EF4-FFF2-40B4-BE49-F238E27FC236}">
                <a16:creationId xmlns:a16="http://schemas.microsoft.com/office/drawing/2014/main" id="{F3BDF3AF-982A-414B-BB20-E953101C9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705850"/>
            <a:ext cx="3238500" cy="11049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16" name="任务目标完成？">
            <a:extLst xmlns:a="http://schemas.openxmlformats.org/drawingml/2006/main">
              <a:ext uri="{FF2B5EF4-FFF2-40B4-BE49-F238E27FC236}">
                <a16:creationId xmlns:a16="http://schemas.microsoft.com/office/drawing/2014/main" id="{79FD0BC7-19B1-4C97-9826-F0AADAAE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734425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任务目标完成？</a:t>
            </a:r>
          </a:p>
        </p:txBody>
      </p:sp>
      <p:sp>
        <p:nvSpPr>
          <p:cNvPr id="17" name="end">
            <a:extLst xmlns:a="http://schemas.openxmlformats.org/drawingml/2006/main">
              <a:ext uri="{FF2B5EF4-FFF2-40B4-BE49-F238E27FC236}">
                <a16:creationId xmlns:a16="http://schemas.microsoft.com/office/drawing/2014/main" id="{B9349099-1088-48BF-89FE-5DD57164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0287000"/>
            <a:ext cx="32385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18" name="交付任务结果">
            <a:extLst xmlns:a="http://schemas.openxmlformats.org/drawingml/2006/main">
              <a:ext uri="{FF2B5EF4-FFF2-40B4-BE49-F238E27FC236}">
                <a16:creationId xmlns:a16="http://schemas.microsoft.com/office/drawing/2014/main" id="{B5C014C8-D34D-4686-9FF3-0E7E90DB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03155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875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交付任务结果</a:t>
            </a:r>
          </a:p>
        </p:txBody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C26B78-40AA-4D4C-A55A-9B2F04279D3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000500" y="72390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C1EE31-C7C5-41C1-AF56-A4091F436DD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000500" y="182880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8739CD-B870-4885-A9A2-7CCC9113FB6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000500" y="293370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D9974D-2C05-4221-BCF1-10FF1EBD9D3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000500" y="459105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65B6EE-5C0B-4DC8-9B42-ECCC113AF04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000500" y="5743575"/>
            <a:ext cx="0" cy="7524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CB3B7E-7E10-4193-93F8-E3F5ACFE3E5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000500" y="712470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854017-2533-451F-8046-1D27D511FBB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000500" y="822960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44BC7F-2DF3-40A4-B567-F9B9FEFA1F6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000500" y="981075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med" len="med"/>
          </a:ln>
        </p:spPr>
      </p:cxnSp>
      <p:sp>
        <p:nvSpPr>
          <p:cNvPr id="27" name="允许">
            <a:extLst xmlns:a="http://schemas.openxmlformats.org/drawingml/2006/main">
              <a:ext uri="{FF2B5EF4-FFF2-40B4-BE49-F238E27FC236}">
                <a16:creationId xmlns:a16="http://schemas.microsoft.com/office/drawing/2014/main" id="{C0EC62A1-26CD-4A0C-80AB-E04956FF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8101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5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5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5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5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5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5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5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5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5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5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允许</a:t>
            </a:r>
          </a:p>
        </p:txBody>
      </p:sp>
      <p:sp>
        <p:nvSpPr>
          <p:cNvPr id="28" name="是">
            <a:extLst xmlns:a="http://schemas.openxmlformats.org/drawingml/2006/main">
              <a:ext uri="{FF2B5EF4-FFF2-40B4-BE49-F238E27FC236}">
                <a16:creationId xmlns:a16="http://schemas.microsoft.com/office/drawing/2014/main" id="{B7DADF21-F9EA-4C4B-A366-75002DF3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9906000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5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5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5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5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5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5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5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5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5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57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是</a:t>
            </a:r>
          </a:p>
        </p:txBody>
      </p:sp>
      <p:sp>
        <p:nvSpPr>
          <p:cNvPr id="29" name="hold">
            <a:extLst xmlns:a="http://schemas.openxmlformats.org/drawingml/2006/main">
              <a:ext uri="{FF2B5EF4-FFF2-40B4-BE49-F238E27FC236}">
                <a16:creationId xmlns:a16="http://schemas.microsoft.com/office/drawing/2014/main" id="{7F978ABC-1975-40C8-92BE-2660B6D9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619500"/>
            <a:ext cx="161925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30" name="暂停执行">
            <a:extLst xmlns:a="http://schemas.openxmlformats.org/drawingml/2006/main">
              <a:ext uri="{FF2B5EF4-FFF2-40B4-BE49-F238E27FC236}">
                <a16:creationId xmlns:a16="http://schemas.microsoft.com/office/drawing/2014/main" id="{8499A44D-7FB8-459D-9709-53979FB7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648075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暂停执行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等待调整</a:t>
            </a:r>
          </a:p>
        </p:txBody>
      </p: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B027B0-8136-4F85-A1D9-F05DC35E6F19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809750" y="40386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med" len="med"/>
          </a:ln>
        </p:spPr>
      </p:cxnSp>
      <p:sp>
        <p:nvSpPr>
          <p:cNvPr id="32" name="不允许">
            <a:extLst xmlns:a="http://schemas.openxmlformats.org/drawingml/2006/main">
              <a:ext uri="{FF2B5EF4-FFF2-40B4-BE49-F238E27FC236}">
                <a16:creationId xmlns:a16="http://schemas.microsoft.com/office/drawing/2014/main" id="{E064F851-09AA-4441-9911-57EAA1F6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6766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不允许</a:t>
            </a:r>
          </a:p>
        </p:txBody>
      </p:sp>
      <p:sp>
        <p:nvSpPr>
          <p:cNvPr id="33" name="approval">
            <a:extLst xmlns:a="http://schemas.openxmlformats.org/drawingml/2006/main">
              <a:ext uri="{FF2B5EF4-FFF2-40B4-BE49-F238E27FC236}">
                <a16:creationId xmlns:a16="http://schemas.microsoft.com/office/drawing/2014/main" id="{69021F96-E168-4993-8D7F-215BA1A0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34" name="用户审批">
            <a:extLst xmlns:a="http://schemas.openxmlformats.org/drawingml/2006/main">
              <a:ext uri="{FF2B5EF4-FFF2-40B4-BE49-F238E27FC236}">
                <a16:creationId xmlns:a16="http://schemas.microsoft.com/office/drawing/2014/main" id="{913DE684-1B8A-457A-975B-D51B8C98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48075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用户审批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并复核执行条件</a:t>
            </a:r>
          </a:p>
        </p:txBody>
      </p: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826C7B-2A48-42B4-BA82-D8804292B45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619750" y="40386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med" len="med"/>
          </a:ln>
        </p:spPr>
      </p:cxnSp>
      <p:sp>
        <p:nvSpPr>
          <p:cNvPr id="36" name="需确认">
            <a:extLst xmlns:a="http://schemas.openxmlformats.org/drawingml/2006/main">
              <a:ext uri="{FF2B5EF4-FFF2-40B4-BE49-F238E27FC236}">
                <a16:creationId xmlns:a16="http://schemas.microsoft.com/office/drawing/2014/main" id="{5D857137-6794-4488-AE3C-9D9AA804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6766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需确认</a:t>
            </a:r>
          </a:p>
        </p:txBody>
      </p:sp>
      <p:sp>
        <p:nvSpPr>
          <p:cNvPr id="37" name="approved">
            <a:extLst xmlns:a="http://schemas.openxmlformats.org/drawingml/2006/main">
              <a:ext uri="{FF2B5EF4-FFF2-40B4-BE49-F238E27FC236}">
                <a16:creationId xmlns:a16="http://schemas.microsoft.com/office/drawing/2014/main" id="{C2E34925-C1A7-49D4-B945-66EACCACF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76800"/>
            <a:ext cx="2095500" cy="11049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38" name="批准且">
            <a:extLst xmlns:a="http://schemas.openxmlformats.org/drawingml/2006/main">
              <a:ext uri="{FF2B5EF4-FFF2-40B4-BE49-F238E27FC236}">
                <a16:creationId xmlns:a16="http://schemas.microsoft.com/office/drawing/2014/main" id="{CDF539A6-47B6-4582-A399-513AC82E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05375"/>
            <a:ext cx="190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72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72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72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72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72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72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72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72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72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72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批准且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72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条件有效？</a:t>
            </a:r>
          </a:p>
        </p:txBody>
      </p: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AC468F-636B-48F0-BD26-2247F1906C0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524750" y="4457700"/>
            <a:ext cx="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med" len="med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94862E-401F-44D4-BED8-20D5D4532344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5619750" y="54292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med" len="med"/>
          </a:ln>
        </p:spPr>
      </p:cxnSp>
      <p:sp>
        <p:nvSpPr>
          <p:cNvPr id="41" name="是">
            <a:extLst xmlns:a="http://schemas.openxmlformats.org/drawingml/2006/main">
              <a:ext uri="{FF2B5EF4-FFF2-40B4-BE49-F238E27FC236}">
                <a16:creationId xmlns:a16="http://schemas.microsoft.com/office/drawing/2014/main" id="{21CF85DB-97CD-4105-85C1-8BCFC9BB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506730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是</a:t>
            </a:r>
          </a:p>
        </p:txBody>
      </p:sp>
      <p:sp>
        <p:nvSpPr>
          <p:cNvPr id="42" name="holdApproval">
            <a:extLst xmlns:a="http://schemas.openxmlformats.org/drawingml/2006/main">
              <a:ext uri="{FF2B5EF4-FFF2-40B4-BE49-F238E27FC236}">
                <a16:creationId xmlns:a16="http://schemas.microsoft.com/office/drawing/2014/main" id="{30C968F4-9BA5-4DC0-8830-ACC75DFE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496050"/>
            <a:ext cx="209550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43" name="暂停并等待调整">
            <a:extLst xmlns:a="http://schemas.openxmlformats.org/drawingml/2006/main">
              <a:ext uri="{FF2B5EF4-FFF2-40B4-BE49-F238E27FC236}">
                <a16:creationId xmlns:a16="http://schemas.microsoft.com/office/drawing/2014/main" id="{3EA86A64-643E-432B-9AB0-231C1277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52462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72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72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72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72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72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72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72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72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72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72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暂停并等待调整</a:t>
            </a:r>
          </a:p>
        </p:txBody>
      </p: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52BF3E-5E19-47DF-9A51-163162F77D8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524750" y="5981700"/>
            <a:ext cx="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med" len="med"/>
          </a:ln>
        </p:spPr>
      </p:cxnSp>
      <p:sp>
        <p:nvSpPr>
          <p:cNvPr id="45" name="否">
            <a:extLst xmlns:a="http://schemas.openxmlformats.org/drawingml/2006/main">
              <a:ext uri="{FF2B5EF4-FFF2-40B4-BE49-F238E27FC236}">
                <a16:creationId xmlns:a16="http://schemas.microsoft.com/office/drawing/2014/main" id="{96C07BD5-B46E-4960-A033-F4992A1C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610552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否</a:t>
            </a:r>
          </a:p>
        </p:txBody>
      </p:sp>
      <p:sp>
        <p:nvSpPr>
          <p:cNvPr id="46" name="update">
            <a:extLst xmlns:a="http://schemas.openxmlformats.org/drawingml/2006/main">
              <a:ext uri="{FF2B5EF4-FFF2-40B4-BE49-F238E27FC236}">
                <a16:creationId xmlns:a16="http://schemas.microsoft.com/office/drawing/2014/main" id="{27D944E9-949B-4DFF-AB86-808E6FD1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8839200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47" name="更新任务状态">
            <a:extLst xmlns:a="http://schemas.openxmlformats.org/drawingml/2006/main">
              <a:ext uri="{FF2B5EF4-FFF2-40B4-BE49-F238E27FC236}">
                <a16:creationId xmlns:a16="http://schemas.microsoft.com/office/drawing/2014/main" id="{AE4A26CF-498A-46EC-802C-427FFA04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8867775"/>
            <a:ext cx="142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72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72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72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72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72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72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72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72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72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72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72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更新任务状态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725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继续执行</a:t>
            </a:r>
          </a:p>
        </p:txBody>
      </p: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EC2F191-91D2-45B4-B493-D6EA9BD4BF65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809750" y="92583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med" len="med"/>
          </a:ln>
        </p:spPr>
      </p:cxnSp>
      <p:sp>
        <p:nvSpPr>
          <p:cNvPr id="49" name="否">
            <a:extLst xmlns:a="http://schemas.openxmlformats.org/drawingml/2006/main">
              <a:ext uri="{FF2B5EF4-FFF2-40B4-BE49-F238E27FC236}">
                <a16:creationId xmlns:a16="http://schemas.microsoft.com/office/drawing/2014/main" id="{815B6DCD-46F8-4D33-8DDC-27350CA6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88963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否</a:t>
            </a:r>
          </a:p>
        </p:txBody>
      </p:sp>
      <p:sp>
        <p:nvSpPr>
          <p:cNvPr id="50" name="continuationOut">
            <a:extLst xmlns:a="http://schemas.openxmlformats.org/drawingml/2006/main">
              <a:ext uri="{FF2B5EF4-FFF2-40B4-BE49-F238E27FC236}">
                <a16:creationId xmlns:a16="http://schemas.microsoft.com/office/drawing/2014/main" id="{230294A6-3344-4953-9560-C7C9D45E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01250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51" name="A">
            <a:extLst xmlns:a="http://schemas.openxmlformats.org/drawingml/2006/main">
              <a:ext uri="{FF2B5EF4-FFF2-40B4-BE49-F238E27FC236}">
                <a16:creationId xmlns:a16="http://schemas.microsoft.com/office/drawing/2014/main" id="{232AD37D-4D94-41A7-B680-D01C1CF6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015365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A</a:t>
            </a:r>
          </a:p>
        </p:txBody>
      </p:sp>
      <p:cxnSp>
        <p:nvCxn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2686856-B81D-4FFC-91BC-86581FA2306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00125" y="9677400"/>
            <a:ext cx="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med" len="med"/>
          </a:ln>
        </p:spPr>
      </p:cxnSp>
      <p:sp>
        <p:nvSpPr>
          <p:cNvPr id="53" name="continuationIn">
            <a:extLst xmlns:a="http://schemas.openxmlformats.org/drawingml/2006/main">
              <a:ext uri="{FF2B5EF4-FFF2-40B4-BE49-F238E27FC236}">
                <a16:creationId xmlns:a16="http://schemas.microsoft.com/office/drawing/2014/main" id="{F3B450D8-8221-4E1B-944F-C7A715C6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239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0000"/>
            </a:solidFill>
            <a:prstDash val="solid"/>
          </a:ln>
        </p:spPr>
      </p:sp>
      <p:sp>
        <p:nvSpPr>
          <p:cNvPr id="54" name="A">
            <a:extLst xmlns:a="http://schemas.openxmlformats.org/drawingml/2006/main">
              <a:ext uri="{FF2B5EF4-FFF2-40B4-BE49-F238E27FC236}">
                <a16:creationId xmlns:a16="http://schemas.microsoft.com/office/drawing/2014/main" id="{78E0D6E7-9D73-4BC3-83DC-A377E5B9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352550"/>
            <a:ext cx="19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8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A</a:t>
            </a:r>
          </a:p>
        </p:txBody>
      </p:sp>
      <p:cxnSp>
        <p:nvCxn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68CB17E-D06C-4302-9EBD-16489C62840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809750" y="15144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tailEnd type="triangle" w="med" len="med"/>
          </a:ln>
        </p:spPr>
      </p:cxnSp>
      <p:sp>
        <p:nvSpPr>
          <p:cNvPr id="56" name="注：同名连接符 A 表示流程续接；审批后仍需复核执行条件。">
            <a:extLst xmlns:a="http://schemas.openxmlformats.org/drawingml/2006/main">
              <a:ext uri="{FF2B5EF4-FFF2-40B4-BE49-F238E27FC236}">
                <a16:creationId xmlns:a16="http://schemas.microsoft.com/office/drawing/2014/main" id="{8F88EC1C-BE65-4835-9BBE-55C9FFB9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0801350"/>
            <a:ext cx="838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defPPr>
            <a:lvl1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1pPr>
            <a:lvl2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2pPr>
            <a:lvl3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3pPr>
            <a:lvl4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4pPr>
            <a:lvl5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5pPr>
            <a:lvl6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6pPr>
            <a:lvl7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7pPr>
            <a:lvl8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8pPr>
            <a:lvl9pPr algn="ctr"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lvl9pPr>
          </a:lstStyle>
          <a:p xmlns:a="http://schemas.openxmlformats.org/drawingml/2006/main">
            <a:pPr algn="ctr">
              <a:lnSpc>
                <a:spcPct val="110000"/>
              </a:lnSpc>
              <a:buNone/>
              <a:defRPr sz="1500" b="0">
                <a:solidFill>
                  <a:srgbClr val="000000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000000"/>
                </a:solidFill>
                <a:latin typeface="SimSun"/>
                <a:ea typeface="SimSun"/>
                <a:cs typeface="SimSun"/>
              </a:rPr>
              <a:t>注：同名连接符 A 表示流程续接；审批后仍需复核执行条件。</a:t>
            </a:r>
          </a:p>
        </p:txBody>
      </p:sp>
    </p:spTree>
    <p:extLst>
      <p:ext uri="{BB962C8B-B14F-4D97-AF65-F5344CB8AC3E}">
        <p14:creationId xmlns:p14="http://schemas.microsoft.com/office/powerpoint/2010/main" val="4642774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2026-10-24T12:54:46.1350000Z</dcterms:created>
  <dcterms:modified xsi:type="dcterms:W3CDTF">2026-10-24T12:54:46.1350000Z</dcterms:modified>
</coreProperties>
</file>